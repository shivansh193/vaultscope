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100" Type="http://schemas.openxmlformats.org/officeDocument/2006/relationships/image" Target="../media/image103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00" Type="http://schemas.openxmlformats.org/officeDocument/2006/relationships/image" Target="../media/image100.png"/><Relationship Id="rId101" Type="http://schemas.openxmlformats.org/officeDocument/2006/relationships/image" Target="../media/image101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100" Type="http://schemas.openxmlformats.org/officeDocument/2006/relationships/image" Target="../media/image10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SIH26160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IPsec VPN Protocol Analyzer &amp; Security Assessment Framework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[Enter theme from PS portal]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[Enter Team ID]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Name- VaultScope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VAULTSCOPE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706921"/>
            <a:ext cx="11277600" cy="7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Passive-first platform: decodes every IKE handshake in cleartext, infers what's inside the encrypted ESP tunnel via ML, and scores each session against a CVE-linked rule engine — one capture in, an assessed and scored session record out: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VaultScope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00" name="Diagram - Capture Journey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229065" y="2650000"/>
            <a:ext cx="9733870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706921"/>
            <a:ext cx="11277600" cy="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Architecture and methodology — Python/FastAPI, scikit-learn + XGBoost, strongSwan/Docker testbed, React + D3 dashboard, every stage sharing one canonical session record: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VaultScope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01" name="Diagram - Pipeline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57200" y="3025926"/>
            <a:ext cx="6249150" cy="2628147"/>
          </a:xfrm>
          <a:prstGeom prst="rect">
            <a:avLst/>
          </a:prstGeom>
        </p:spPr>
      </p:pic>
      <p:pic>
        <p:nvPicPr>
          <p:cNvPr id="202" name="Diagram - Two AI Problems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956350" y="3025926"/>
            <a:ext cx="4778449" cy="26281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706921"/>
            <a:ext cx="11277600" cy="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Feasible today: a working end-to-end prototype runs with a single docker compose up, built on a real, self-generated dataset — not synthetic filler: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VaultScope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03" name="Diagram - Dataset and Model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647111" y="2400000"/>
            <a:ext cx="6897777" cy="3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Gives operators of large-scale VPN infrastructure continuous, real-time visibility into actual cryptographic posture instead of periodic manual audits — surfacing configuration drift, such as legacy IKEv1/DES/DH-group-2 devices sitting beside modern IKEv2 deployments, before it is exploited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Security teams get a plain-English executive PDF score for leadership, a deep technical report with CVE links and vendor-specific config diffs for engineers, and SIEM-ready JSON/CEF exports — cutting remediation time and manual pentest effort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Passive-by-default operation means zero disruption to live traffic; strengthens the security posture of sensitive government and enterprise networks at a fraction of the cost of recurring manual assessments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VaultScope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Standards: RFC 8247 (IKEv2 cryptographic algorithm recommendations), RFC 7296 (IKEv2), RFC 2409 (IKEv1), RFC 4303 (ESP anti-replay), NIST SP 800-77 (IPsec VPN guide), CNSSP-15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Vulnerabilities referenced: CVE-2016-2183 (SWEET32 / 3DES), CVE-2016-1287 (Cisco ASA IKE fragmentation), plus the LOGJAM and SLOTH weaknesses covered by the rule engine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Prior art reviewed and compared: ike-scan, ikeforce, iker.py, IKEv3Analytica, Wireshark, Tufin/AlgoSec, Cisco SecureX/Stealthwatch, Nessus IPsec plugins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Full technical specification and source: github.com/shivansh193/vaultscope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VaultScope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